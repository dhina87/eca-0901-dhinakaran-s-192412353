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 rot="10800000" flipH="1">
            <a:off x="-1411920" y="-1157040"/>
            <a:ext cx="4436280" cy="3714120"/>
          </a:xfrm>
          <a:custGeom>
            <a:avLst/>
            <a:gdLst>
              <a:gd name="textAreaLeft" fmla="*/ -360 w 4436280"/>
              <a:gd name="textAreaRight" fmla="*/ 4436280 w 4436280"/>
              <a:gd name="textAreaTop" fmla="*/ 0 h 3714120"/>
              <a:gd name="textAreaBottom" fmla="*/ 3714480 h 3714120"/>
            </a:gdLst>
            <a:ahLst/>
            <a:cxnLst/>
            <a:rect l="textAreaLeft" t="textAreaTop" r="textAreaRight" b="textAreaBottom"/>
            <a:pathLst>
              <a:path w="61178" h="52038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Google Shape;10;p2"/>
          <p:cNvSpPr/>
          <p:nvPr/>
        </p:nvSpPr>
        <p:spPr>
          <a:xfrm>
            <a:off x="1062720" y="3370680"/>
            <a:ext cx="775080" cy="1012680"/>
          </a:xfrm>
          <a:custGeom>
            <a:avLst/>
            <a:gdLst>
              <a:gd name="textAreaLeft" fmla="*/ 0 w 775080"/>
              <a:gd name="textAreaRight" fmla="*/ 775440 w 775080"/>
              <a:gd name="textAreaTop" fmla="*/ 0 h 1012680"/>
              <a:gd name="textAreaBottom" fmla="*/ 1013040 h 1012680"/>
            </a:gdLst>
            <a:ahLst/>
            <a:cxnLst/>
            <a:rect l="textAreaLeft" t="textAreaTop" r="textAreaRight" b="textAreaBottom"/>
            <a:pathLst>
              <a:path w="17277" h="22564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1;p2"/>
          <p:cNvSpPr/>
          <p:nvPr/>
        </p:nvSpPr>
        <p:spPr>
          <a:xfrm>
            <a:off x="7605360" y="342000"/>
            <a:ext cx="2052360" cy="205236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" name="Google Shape;12;p2"/>
          <p:cNvGrpSpPr/>
          <p:nvPr/>
        </p:nvGrpSpPr>
        <p:grpSpPr>
          <a:xfrm>
            <a:off x="6412680" y="-640080"/>
            <a:ext cx="1962000" cy="1953000"/>
            <a:chOff x="6412680" y="-640080"/>
            <a:chExt cx="1962000" cy="1953000"/>
          </a:xfrm>
        </p:grpSpPr>
        <p:sp>
          <p:nvSpPr>
            <p:cNvPr id="6" name="Google Shape;13;p2"/>
            <p:cNvSpPr/>
            <p:nvPr/>
          </p:nvSpPr>
          <p:spPr>
            <a:xfrm>
              <a:off x="6628680" y="-281160"/>
              <a:ext cx="1800" cy="21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54" h="55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>
              <a:off x="6412680" y="-640080"/>
              <a:ext cx="1962000" cy="1953000"/>
            </a:xfrm>
            <a:custGeom>
              <a:avLst/>
              <a:gdLst>
                <a:gd name="textAreaLeft" fmla="*/ 0 w 1962000"/>
                <a:gd name="textAreaRight" fmla="*/ 1962360 w 1962000"/>
                <a:gd name="textAreaTop" fmla="*/ 0 h 1953000"/>
                <a:gd name="textAreaBottom" fmla="*/ 1953360 h 1953000"/>
              </a:gdLst>
              <a:ahLst/>
              <a:cxnLst/>
              <a:rect l="textAreaLeft" t="textAreaTop" r="textAreaRight" b="textAreaBottom"/>
              <a:pathLst>
                <a:path w="45663" h="45449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6822000" y="-466200"/>
              <a:ext cx="10080" cy="756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242" h="188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6932520" y="-633240"/>
              <a:ext cx="307800" cy="25956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259560"/>
                <a:gd name="textAreaBottom" fmla="*/ 259920 h 259560"/>
              </a:gdLst>
              <a:ahLst/>
              <a:cxnLst/>
              <a:rect l="textAreaLeft" t="textAreaTop" r="textAreaRight" b="textAreaBottom"/>
              <a:pathLst>
                <a:path w="7174" h="605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7340760" y="-640080"/>
              <a:ext cx="309240" cy="26640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7201" h="6211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7750440" y="-527400"/>
              <a:ext cx="117000" cy="6876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2731" h="1607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7900920" y="-504360"/>
              <a:ext cx="6480" cy="13068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130680"/>
                <a:gd name="textAreaBottom" fmla="*/ 131040 h 130680"/>
              </a:gdLst>
              <a:ahLst/>
              <a:cxnLst/>
              <a:rect l="textAreaLeft" t="textAreaTop" r="textAreaRight" b="textAreaBottom"/>
              <a:pathLst>
                <a:path w="162" h="3052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520" bIns="65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0;p2"/>
            <p:cNvSpPr/>
            <p:nvPr/>
          </p:nvSpPr>
          <p:spPr>
            <a:xfrm>
              <a:off x="6478200" y="-23400"/>
              <a:ext cx="2160" cy="43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55" h="108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" bIns="2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1;p2"/>
            <p:cNvSpPr/>
            <p:nvPr/>
          </p:nvSpPr>
          <p:spPr>
            <a:xfrm>
              <a:off x="6542640" y="-159120"/>
              <a:ext cx="88200" cy="55080"/>
            </a:xfrm>
            <a:custGeom>
              <a:avLst/>
              <a:gdLst>
                <a:gd name="textAreaLeft" fmla="*/ 0 w 88200"/>
                <a:gd name="textAreaRight" fmla="*/ 88560 w 88200"/>
                <a:gd name="textAreaTop" fmla="*/ 0 h 55080"/>
                <a:gd name="textAreaBottom" fmla="*/ 55440 h 55080"/>
              </a:gdLst>
              <a:ahLst/>
              <a:cxnLst/>
              <a:rect l="textAreaLeft" t="textAreaTop" r="textAreaRight" b="textAreaBottom"/>
              <a:pathLst>
                <a:path w="2062" h="1286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720" bIns="27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6731280" y="-371880"/>
              <a:ext cx="307800" cy="35280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2800"/>
                <a:gd name="textAreaBottom" fmla="*/ 353160 h 35280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7139520" y="-371880"/>
              <a:ext cx="309240" cy="35172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7549200" y="-37188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5;p2"/>
            <p:cNvSpPr/>
            <p:nvPr/>
          </p:nvSpPr>
          <p:spPr>
            <a:xfrm>
              <a:off x="7957440" y="-337680"/>
              <a:ext cx="307800" cy="31716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17160"/>
                <a:gd name="textAreaBottom" fmla="*/ 317520 h 317160"/>
              </a:gdLst>
              <a:ahLst/>
              <a:cxnLst/>
              <a:rect l="textAreaLeft" t="textAreaTop" r="textAreaRight" b="textAreaBottom"/>
              <a:pathLst>
                <a:path w="7174" h="7388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6;p2"/>
            <p:cNvSpPr/>
            <p:nvPr/>
          </p:nvSpPr>
          <p:spPr>
            <a:xfrm>
              <a:off x="6415920" y="246960"/>
              <a:ext cx="7560" cy="1008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188" h="242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7;p2"/>
            <p:cNvSpPr/>
            <p:nvPr/>
          </p:nvSpPr>
          <p:spPr>
            <a:xfrm>
              <a:off x="6524280" y="-972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8;p2"/>
            <p:cNvSpPr/>
            <p:nvPr/>
          </p:nvSpPr>
          <p:spPr>
            <a:xfrm>
              <a:off x="6932520" y="-972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9;p2"/>
            <p:cNvSpPr/>
            <p:nvPr/>
          </p:nvSpPr>
          <p:spPr>
            <a:xfrm>
              <a:off x="7340760" y="-9720"/>
              <a:ext cx="309240" cy="35172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0;p2"/>
            <p:cNvSpPr/>
            <p:nvPr/>
          </p:nvSpPr>
          <p:spPr>
            <a:xfrm>
              <a:off x="7750440" y="-10800"/>
              <a:ext cx="307800" cy="35280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2800"/>
                <a:gd name="textAreaBottom" fmla="*/ 353160 h 35280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1;p2"/>
            <p:cNvSpPr/>
            <p:nvPr/>
          </p:nvSpPr>
          <p:spPr>
            <a:xfrm>
              <a:off x="8158680" y="-10800"/>
              <a:ext cx="206640" cy="352800"/>
            </a:xfrm>
            <a:custGeom>
              <a:avLst/>
              <a:gdLst>
                <a:gd name="textAreaLeft" fmla="*/ 0 w 206640"/>
                <a:gd name="textAreaRight" fmla="*/ 207000 w 206640"/>
                <a:gd name="textAreaTop" fmla="*/ 0 h 352800"/>
                <a:gd name="textAreaBottom" fmla="*/ 353160 h 352800"/>
              </a:gdLst>
              <a:ahLst/>
              <a:cxnLst/>
              <a:rect l="textAreaLeft" t="textAreaTop" r="textAreaRight" b="textAreaBottom"/>
              <a:pathLst>
                <a:path w="4819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2;p2"/>
            <p:cNvSpPr/>
            <p:nvPr/>
          </p:nvSpPr>
          <p:spPr>
            <a:xfrm>
              <a:off x="6421680" y="331920"/>
              <a:ext cx="209160" cy="35172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4872" h="8191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6731280" y="33192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7139520" y="331920"/>
              <a:ext cx="309240" cy="35172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5;p2"/>
            <p:cNvSpPr/>
            <p:nvPr/>
          </p:nvSpPr>
          <p:spPr>
            <a:xfrm>
              <a:off x="7549200" y="33192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>
              <a:off x="7957440" y="33192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8365680" y="415800"/>
              <a:ext cx="6480" cy="1008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161" h="242">
                  <a:moveTo>
                    <a:pt x="81" y="1"/>
                  </a:moveTo>
                  <a:lnTo>
                    <a:pt x="0" y="161"/>
                  </a:lnTo>
                  <a:lnTo>
                    <a:pt x="134" y="241"/>
                  </a:lnTo>
                  <a:cubicBezTo>
                    <a:pt x="134" y="161"/>
                    <a:pt x="134" y="108"/>
                    <a:pt x="161" y="27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6524280" y="697680"/>
              <a:ext cx="307800" cy="31356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13560"/>
                <a:gd name="textAreaBottom" fmla="*/ 313920 h 313560"/>
              </a:gdLst>
              <a:ahLst/>
              <a:cxnLst/>
              <a:rect l="textAreaLeft" t="textAreaTop" r="textAreaRight" b="textAreaBottom"/>
              <a:pathLst>
                <a:path w="7174" h="730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9;p2"/>
            <p:cNvSpPr/>
            <p:nvPr/>
          </p:nvSpPr>
          <p:spPr>
            <a:xfrm>
              <a:off x="6932520" y="69768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0;p2"/>
            <p:cNvSpPr/>
            <p:nvPr/>
          </p:nvSpPr>
          <p:spPr>
            <a:xfrm>
              <a:off x="7340760" y="697680"/>
              <a:ext cx="309240" cy="35172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7750440" y="69768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8158680" y="783000"/>
              <a:ext cx="83520" cy="5256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52560"/>
                <a:gd name="textAreaBottom" fmla="*/ 52920 h 52560"/>
              </a:gdLst>
              <a:ahLst/>
              <a:cxnLst/>
              <a:rect l="textAreaLeft" t="textAreaTop" r="textAreaRight" b="textAreaBottom"/>
              <a:pathLst>
                <a:path w="1955" h="1232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3;p2"/>
            <p:cNvSpPr/>
            <p:nvPr/>
          </p:nvSpPr>
          <p:spPr>
            <a:xfrm>
              <a:off x="6916320" y="1124640"/>
              <a:ext cx="122760" cy="73440"/>
            </a:xfrm>
            <a:custGeom>
              <a:avLst/>
              <a:gdLst>
                <a:gd name="textAreaLeft" fmla="*/ 0 w 122760"/>
                <a:gd name="textAreaRight" fmla="*/ 123120 w 12276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2865" h="1714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720" bIns="36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4;p2"/>
            <p:cNvSpPr/>
            <p:nvPr/>
          </p:nvSpPr>
          <p:spPr>
            <a:xfrm>
              <a:off x="6881760" y="1039320"/>
              <a:ext cx="6480" cy="13896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138960"/>
                <a:gd name="textAreaBottom" fmla="*/ 139320 h 138960"/>
              </a:gdLst>
              <a:ahLst/>
              <a:cxnLst/>
              <a:rect l="textAreaLeft" t="textAreaTop" r="textAreaRight" b="textAreaBottom"/>
              <a:pathLst>
                <a:path w="162" h="324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480" bIns="69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5;p2"/>
            <p:cNvSpPr/>
            <p:nvPr/>
          </p:nvSpPr>
          <p:spPr>
            <a:xfrm>
              <a:off x="7139520" y="1039320"/>
              <a:ext cx="309240" cy="27360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273600"/>
                <a:gd name="textAreaBottom" fmla="*/ 273960 h 273600"/>
              </a:gdLst>
              <a:ahLst/>
              <a:cxnLst/>
              <a:rect l="textAreaLeft" t="textAreaTop" r="textAreaRight" b="textAreaBottom"/>
              <a:pathLst>
                <a:path w="7201" h="6371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6;p2"/>
            <p:cNvSpPr/>
            <p:nvPr/>
          </p:nvSpPr>
          <p:spPr>
            <a:xfrm>
              <a:off x="7549200" y="1039320"/>
              <a:ext cx="307800" cy="2653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265320"/>
                <a:gd name="textAreaBottom" fmla="*/ 265680 h 265320"/>
              </a:gdLst>
              <a:ahLst/>
              <a:cxnLst/>
              <a:rect l="textAreaLeft" t="textAreaTop" r="textAreaRight" b="textAreaBottom"/>
              <a:pathLst>
                <a:path w="7174" h="6184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7;p2"/>
            <p:cNvSpPr/>
            <p:nvPr/>
          </p:nvSpPr>
          <p:spPr>
            <a:xfrm>
              <a:off x="7957440" y="1124640"/>
              <a:ext cx="13320" cy="1008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322" h="242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" name="Google Shape;48;p2"/>
          <p:cNvSpPr/>
          <p:nvPr/>
        </p:nvSpPr>
        <p:spPr>
          <a:xfrm>
            <a:off x="0" y="4599360"/>
            <a:ext cx="9144000" cy="595080"/>
          </a:xfrm>
          <a:custGeom>
            <a:avLst/>
            <a:gdLst>
              <a:gd name="textAreaLeft" fmla="*/ 0 w 9144000"/>
              <a:gd name="textAreaRight" fmla="*/ 9144360 w 9144000"/>
              <a:gd name="textAreaTop" fmla="*/ 0 h 595080"/>
              <a:gd name="textAreaBottom" fmla="*/ 595440 h 595080"/>
            </a:gdLst>
            <a:ahLst/>
            <a:cxnLst/>
            <a:rect l="textAreaLeft" t="textAreaTop" r="textAreaRight" b="textAreaBottom"/>
            <a:pathLst>
              <a:path w="287196" h="23822">
                <a:moveTo>
                  <a:pt x="1" y="0"/>
                </a:moveTo>
                <a:lnTo>
                  <a:pt x="1" y="23822"/>
                </a:lnTo>
                <a:lnTo>
                  <a:pt x="287196" y="23822"/>
                </a:lnTo>
                <a:lnTo>
                  <a:pt x="287196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83040" y="1290600"/>
            <a:ext cx="657756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501;p22"/>
          <p:cNvSpPr/>
          <p:nvPr/>
        </p:nvSpPr>
        <p:spPr>
          <a:xfrm rot="19909800">
            <a:off x="4769640" y="3432240"/>
            <a:ext cx="4310640" cy="2652120"/>
          </a:xfrm>
          <a:custGeom>
            <a:avLst/>
            <a:gdLst>
              <a:gd name="textAreaLeft" fmla="*/ 0 w 4310640"/>
              <a:gd name="textAreaRight" fmla="*/ 4311000 w 4310640"/>
              <a:gd name="textAreaTop" fmla="*/ 0 h 2652120"/>
              <a:gd name="textAreaBottom" fmla="*/ 2652480 h 2652120"/>
            </a:gdLst>
            <a:ahLst/>
            <a:cxnLst/>
            <a:rect l="textAreaLeft" t="textAreaTop" r="textAreaRight" b="textAreaBottom"/>
            <a:pathLst>
              <a:path w="59643" h="36694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Google Shape;502;p22"/>
          <p:cNvSpPr/>
          <p:nvPr/>
        </p:nvSpPr>
        <p:spPr>
          <a:xfrm rot="12624000">
            <a:off x="-891360" y="696240"/>
            <a:ext cx="3210480" cy="3197160"/>
          </a:xfrm>
          <a:custGeom>
            <a:avLst/>
            <a:gdLst>
              <a:gd name="textAreaLeft" fmla="*/ 0 w 3210480"/>
              <a:gd name="textAreaRight" fmla="*/ 3210840 w 3210480"/>
              <a:gd name="textAreaTop" fmla="*/ 0 h 3197160"/>
              <a:gd name="textAreaBottom" fmla="*/ 3197520 h 3197160"/>
            </a:gdLst>
            <a:ahLst/>
            <a:cxnLst/>
            <a:rect l="textAreaLeft" t="textAreaTop" r="textAreaRight" b="textAreaBottom"/>
            <a:pathLst>
              <a:path w="48235" h="48035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6" name="Google Shape;503;p22"/>
          <p:cNvGrpSpPr/>
          <p:nvPr/>
        </p:nvGrpSpPr>
        <p:grpSpPr>
          <a:xfrm>
            <a:off x="5420160" y="-954720"/>
            <a:ext cx="2270520" cy="2260080"/>
            <a:chOff x="5420160" y="-954720"/>
            <a:chExt cx="2270520" cy="2260080"/>
          </a:xfrm>
        </p:grpSpPr>
        <p:sp>
          <p:nvSpPr>
            <p:cNvPr id="47" name="Google Shape;504;p22"/>
            <p:cNvSpPr/>
            <p:nvPr/>
          </p:nvSpPr>
          <p:spPr>
            <a:xfrm>
              <a:off x="5420160" y="-954720"/>
              <a:ext cx="2270520" cy="2260080"/>
            </a:xfrm>
            <a:custGeom>
              <a:avLst/>
              <a:gdLst>
                <a:gd name="textAreaLeft" fmla="*/ 0 w 2270520"/>
                <a:gd name="textAreaRight" fmla="*/ 2270880 w 227052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45663" h="45449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505;p22"/>
            <p:cNvSpPr/>
            <p:nvPr/>
          </p:nvSpPr>
          <p:spPr>
            <a:xfrm>
              <a:off x="5894280" y="-753480"/>
              <a:ext cx="11520" cy="90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42" h="188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06;p22"/>
            <p:cNvSpPr/>
            <p:nvPr/>
          </p:nvSpPr>
          <p:spPr>
            <a:xfrm>
              <a:off x="6022080" y="-946440"/>
              <a:ext cx="356400" cy="30060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00600"/>
                <a:gd name="textAreaBottom" fmla="*/ 300960 h 300600"/>
              </a:gdLst>
              <a:ahLst/>
              <a:cxnLst/>
              <a:rect l="textAreaLeft" t="textAreaTop" r="textAreaRight" b="textAreaBottom"/>
              <a:pathLst>
                <a:path w="7174" h="605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507;p22"/>
            <p:cNvSpPr/>
            <p:nvPr/>
          </p:nvSpPr>
          <p:spPr>
            <a:xfrm>
              <a:off x="6494400" y="-954720"/>
              <a:ext cx="357840" cy="30852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308520"/>
                <a:gd name="textAreaBottom" fmla="*/ 308880 h 308520"/>
              </a:gdLst>
              <a:ahLst/>
              <a:cxnLst/>
              <a:rect l="textAreaLeft" t="textAreaTop" r="textAreaRight" b="textAreaBottom"/>
              <a:pathLst>
                <a:path w="7201" h="6211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508;p22"/>
            <p:cNvSpPr/>
            <p:nvPr/>
          </p:nvSpPr>
          <p:spPr>
            <a:xfrm>
              <a:off x="6968520" y="-824040"/>
              <a:ext cx="135360" cy="7956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2731" h="1607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509;p22"/>
            <p:cNvSpPr/>
            <p:nvPr/>
          </p:nvSpPr>
          <p:spPr>
            <a:xfrm>
              <a:off x="7142760" y="-797400"/>
              <a:ext cx="7560" cy="15156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51560"/>
                <a:gd name="textAreaBottom" fmla="*/ 151920 h 151560"/>
              </a:gdLst>
              <a:ahLst/>
              <a:cxnLst/>
              <a:rect l="textAreaLeft" t="textAreaTop" r="textAreaRight" b="textAreaBottom"/>
              <a:pathLst>
                <a:path w="162" h="3052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960" bIns="75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510;p22"/>
            <p:cNvSpPr/>
            <p:nvPr/>
          </p:nvSpPr>
          <p:spPr>
            <a:xfrm>
              <a:off x="5496120" y="-241200"/>
              <a:ext cx="2520" cy="504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55" h="108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" bIns="2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511;p22"/>
            <p:cNvSpPr/>
            <p:nvPr/>
          </p:nvSpPr>
          <p:spPr>
            <a:xfrm>
              <a:off x="5670360" y="-53928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54" h="55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512;p22"/>
            <p:cNvSpPr/>
            <p:nvPr/>
          </p:nvSpPr>
          <p:spPr>
            <a:xfrm>
              <a:off x="5570640" y="-398160"/>
              <a:ext cx="102240" cy="637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062" h="1286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513;p22"/>
            <p:cNvSpPr/>
            <p:nvPr/>
          </p:nvSpPr>
          <p:spPr>
            <a:xfrm>
              <a:off x="5788800" y="-644400"/>
              <a:ext cx="356400" cy="4082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514;p22"/>
            <p:cNvSpPr/>
            <p:nvPr/>
          </p:nvSpPr>
          <p:spPr>
            <a:xfrm>
              <a:off x="6261480" y="-64440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515;p22"/>
            <p:cNvSpPr/>
            <p:nvPr/>
          </p:nvSpPr>
          <p:spPr>
            <a:xfrm>
              <a:off x="6735240" y="-64440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516;p22"/>
            <p:cNvSpPr/>
            <p:nvPr/>
          </p:nvSpPr>
          <p:spPr>
            <a:xfrm>
              <a:off x="7207920" y="-604440"/>
              <a:ext cx="356400" cy="36720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67200"/>
                <a:gd name="textAreaBottom" fmla="*/ 367560 h 367200"/>
              </a:gdLst>
              <a:ahLst/>
              <a:cxnLst/>
              <a:rect l="textAreaLeft" t="textAreaTop" r="textAreaRight" b="textAreaBottom"/>
              <a:pathLst>
                <a:path w="7174" h="7388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517;p22"/>
            <p:cNvSpPr/>
            <p:nvPr/>
          </p:nvSpPr>
          <p:spPr>
            <a:xfrm>
              <a:off x="5549400" y="-22500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518;p22"/>
            <p:cNvSpPr/>
            <p:nvPr/>
          </p:nvSpPr>
          <p:spPr>
            <a:xfrm>
              <a:off x="6022080" y="-22500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519;p22"/>
            <p:cNvSpPr/>
            <p:nvPr/>
          </p:nvSpPr>
          <p:spPr>
            <a:xfrm>
              <a:off x="6494400" y="-22500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520;p22"/>
            <p:cNvSpPr/>
            <p:nvPr/>
          </p:nvSpPr>
          <p:spPr>
            <a:xfrm>
              <a:off x="6968520" y="-226440"/>
              <a:ext cx="356400" cy="4082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521;p22"/>
            <p:cNvSpPr/>
            <p:nvPr/>
          </p:nvSpPr>
          <p:spPr>
            <a:xfrm>
              <a:off x="7440840" y="-226440"/>
              <a:ext cx="239400" cy="408240"/>
            </a:xfrm>
            <a:custGeom>
              <a:avLst/>
              <a:gdLst>
                <a:gd name="textAreaLeft" fmla="*/ 0 w 239400"/>
                <a:gd name="textAreaRight" fmla="*/ 239760 w 2394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4819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522;p22"/>
            <p:cNvSpPr/>
            <p:nvPr/>
          </p:nvSpPr>
          <p:spPr>
            <a:xfrm>
              <a:off x="5430960" y="170280"/>
              <a:ext cx="241920" cy="407160"/>
            </a:xfrm>
            <a:custGeom>
              <a:avLst/>
              <a:gdLst>
                <a:gd name="textAreaLeft" fmla="*/ 0 w 241920"/>
                <a:gd name="textAreaRight" fmla="*/ 242280 w 24192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4872" h="8191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523;p22"/>
            <p:cNvSpPr/>
            <p:nvPr/>
          </p:nvSpPr>
          <p:spPr>
            <a:xfrm>
              <a:off x="5788800" y="17028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524;p22"/>
            <p:cNvSpPr/>
            <p:nvPr/>
          </p:nvSpPr>
          <p:spPr>
            <a:xfrm>
              <a:off x="6261480" y="17028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525;p22"/>
            <p:cNvSpPr/>
            <p:nvPr/>
          </p:nvSpPr>
          <p:spPr>
            <a:xfrm>
              <a:off x="6735240" y="17028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526;p22"/>
            <p:cNvSpPr/>
            <p:nvPr/>
          </p:nvSpPr>
          <p:spPr>
            <a:xfrm>
              <a:off x="7207920" y="17028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527;p22"/>
            <p:cNvSpPr/>
            <p:nvPr/>
          </p:nvSpPr>
          <p:spPr>
            <a:xfrm>
              <a:off x="5549400" y="593640"/>
              <a:ext cx="356400" cy="3632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63240"/>
                <a:gd name="textAreaBottom" fmla="*/ 363600 h 363240"/>
              </a:gdLst>
              <a:ahLst/>
              <a:cxnLst/>
              <a:rect l="textAreaLeft" t="textAreaTop" r="textAreaRight" b="textAreaBottom"/>
              <a:pathLst>
                <a:path w="7174" h="730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528;p22"/>
            <p:cNvSpPr/>
            <p:nvPr/>
          </p:nvSpPr>
          <p:spPr>
            <a:xfrm>
              <a:off x="6022080" y="59364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529;p22"/>
            <p:cNvSpPr/>
            <p:nvPr/>
          </p:nvSpPr>
          <p:spPr>
            <a:xfrm>
              <a:off x="6494400" y="59364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530;p22"/>
            <p:cNvSpPr/>
            <p:nvPr/>
          </p:nvSpPr>
          <p:spPr>
            <a:xfrm>
              <a:off x="6968520" y="59364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531;p22"/>
            <p:cNvSpPr/>
            <p:nvPr/>
          </p:nvSpPr>
          <p:spPr>
            <a:xfrm>
              <a:off x="7440840" y="691920"/>
              <a:ext cx="96840" cy="60840"/>
            </a:xfrm>
            <a:custGeom>
              <a:avLst/>
              <a:gdLst>
                <a:gd name="textAreaLeft" fmla="*/ 0 w 96840"/>
                <a:gd name="textAreaRight" fmla="*/ 97200 w 9684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1955" h="1232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532;p22"/>
            <p:cNvSpPr/>
            <p:nvPr/>
          </p:nvSpPr>
          <p:spPr>
            <a:xfrm>
              <a:off x="6003360" y="1087560"/>
              <a:ext cx="142200" cy="84960"/>
            </a:xfrm>
            <a:custGeom>
              <a:avLst/>
              <a:gdLst>
                <a:gd name="textAreaLeft" fmla="*/ 0 w 142200"/>
                <a:gd name="textAreaRight" fmla="*/ 142560 w 14220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2865" h="1714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480" bIns="42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533;p22"/>
            <p:cNvSpPr/>
            <p:nvPr/>
          </p:nvSpPr>
          <p:spPr>
            <a:xfrm>
              <a:off x="5963400" y="988920"/>
              <a:ext cx="7560" cy="16092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60920"/>
                <a:gd name="textAreaBottom" fmla="*/ 161280 h 160920"/>
              </a:gdLst>
              <a:ahLst/>
              <a:cxnLst/>
              <a:rect l="textAreaLeft" t="textAreaTop" r="textAreaRight" b="textAreaBottom"/>
              <a:pathLst>
                <a:path w="162" h="324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640" bIns="80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534;p22"/>
            <p:cNvSpPr/>
            <p:nvPr/>
          </p:nvSpPr>
          <p:spPr>
            <a:xfrm>
              <a:off x="6261480" y="988920"/>
              <a:ext cx="357840" cy="31644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316440"/>
                <a:gd name="textAreaBottom" fmla="*/ 316800 h 316440"/>
              </a:gdLst>
              <a:ahLst/>
              <a:cxnLst/>
              <a:rect l="textAreaLeft" t="textAreaTop" r="textAreaRight" b="textAreaBottom"/>
              <a:pathLst>
                <a:path w="7201" h="6371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535;p22"/>
            <p:cNvSpPr/>
            <p:nvPr/>
          </p:nvSpPr>
          <p:spPr>
            <a:xfrm>
              <a:off x="6735240" y="988920"/>
              <a:ext cx="356400" cy="30708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07080"/>
                <a:gd name="textAreaBottom" fmla="*/ 307440 h 307080"/>
              </a:gdLst>
              <a:ahLst/>
              <a:cxnLst/>
              <a:rect l="textAreaLeft" t="textAreaTop" r="textAreaRight" b="textAreaBottom"/>
              <a:pathLst>
                <a:path w="7174" h="6184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536;p22"/>
            <p:cNvSpPr/>
            <p:nvPr/>
          </p:nvSpPr>
          <p:spPr>
            <a:xfrm>
              <a:off x="7207920" y="1087560"/>
              <a:ext cx="15480" cy="1152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322" h="242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69600" y="1152000"/>
            <a:ext cx="6004800" cy="151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4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13160" y="523080"/>
            <a:ext cx="7717320" cy="54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3" name="Google Shape;542;p23"/>
          <p:cNvSpPr/>
          <p:nvPr/>
        </p:nvSpPr>
        <p:spPr>
          <a:xfrm>
            <a:off x="-598320" y="3985560"/>
            <a:ext cx="1844280" cy="1626840"/>
          </a:xfrm>
          <a:custGeom>
            <a:avLst/>
            <a:gdLst>
              <a:gd name="textAreaLeft" fmla="*/ 0 w 1844280"/>
              <a:gd name="textAreaRight" fmla="*/ 1844640 w 1844280"/>
              <a:gd name="textAreaTop" fmla="*/ 0 h 1626840"/>
              <a:gd name="textAreaBottom" fmla="*/ 1627200 h 1626840"/>
            </a:gdLst>
            <a:ahLst/>
            <a:cxnLst/>
            <a:rect l="textAreaLeft" t="textAreaTop" r="textAreaRight" b="textAreaBottom"/>
            <a:pathLst>
              <a:path w="13679" h="12066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Google Shape;543;p23"/>
          <p:cNvSpPr/>
          <p:nvPr/>
        </p:nvSpPr>
        <p:spPr>
          <a:xfrm rot="7619400">
            <a:off x="7151400" y="2766960"/>
            <a:ext cx="3210480" cy="3197160"/>
          </a:xfrm>
          <a:custGeom>
            <a:avLst/>
            <a:gdLst>
              <a:gd name="textAreaLeft" fmla="*/ 0 w 3210480"/>
              <a:gd name="textAreaRight" fmla="*/ 3210840 w 3210480"/>
              <a:gd name="textAreaTop" fmla="*/ 0 h 3197160"/>
              <a:gd name="textAreaBottom" fmla="*/ 3197520 h 3197160"/>
            </a:gdLst>
            <a:ahLst/>
            <a:cxnLst/>
            <a:rect l="textAreaLeft" t="textAreaTop" r="textAreaRight" b="textAreaBottom"/>
            <a:pathLst>
              <a:path w="48235" h="48035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5" name="Google Shape;544;p23"/>
          <p:cNvGrpSpPr/>
          <p:nvPr/>
        </p:nvGrpSpPr>
        <p:grpSpPr>
          <a:xfrm>
            <a:off x="7295400" y="-672840"/>
            <a:ext cx="2270520" cy="2260080"/>
            <a:chOff x="7295400" y="-672840"/>
            <a:chExt cx="2270520" cy="2260080"/>
          </a:xfrm>
        </p:grpSpPr>
        <p:sp>
          <p:nvSpPr>
            <p:cNvPr id="86" name="Google Shape;545;p23"/>
            <p:cNvSpPr/>
            <p:nvPr/>
          </p:nvSpPr>
          <p:spPr>
            <a:xfrm>
              <a:off x="7295400" y="-672840"/>
              <a:ext cx="2270520" cy="2260080"/>
            </a:xfrm>
            <a:custGeom>
              <a:avLst/>
              <a:gdLst>
                <a:gd name="textAreaLeft" fmla="*/ 0 w 2270520"/>
                <a:gd name="textAreaRight" fmla="*/ 2270880 w 227052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45663" h="45449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546;p23"/>
            <p:cNvSpPr/>
            <p:nvPr/>
          </p:nvSpPr>
          <p:spPr>
            <a:xfrm>
              <a:off x="7769160" y="-471960"/>
              <a:ext cx="11520" cy="90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42" h="188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547;p23"/>
            <p:cNvSpPr/>
            <p:nvPr/>
          </p:nvSpPr>
          <p:spPr>
            <a:xfrm>
              <a:off x="7896960" y="-664920"/>
              <a:ext cx="356400" cy="30060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00600"/>
                <a:gd name="textAreaBottom" fmla="*/ 300960 h 300600"/>
              </a:gdLst>
              <a:ahLst/>
              <a:cxnLst/>
              <a:rect l="textAreaLeft" t="textAreaTop" r="textAreaRight" b="textAreaBottom"/>
              <a:pathLst>
                <a:path w="7174" h="605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548;p23"/>
            <p:cNvSpPr/>
            <p:nvPr/>
          </p:nvSpPr>
          <p:spPr>
            <a:xfrm>
              <a:off x="8369640" y="-672840"/>
              <a:ext cx="357840" cy="30852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308520"/>
                <a:gd name="textAreaBottom" fmla="*/ 308880 h 308520"/>
              </a:gdLst>
              <a:ahLst/>
              <a:cxnLst/>
              <a:rect l="textAreaLeft" t="textAreaTop" r="textAreaRight" b="textAreaBottom"/>
              <a:pathLst>
                <a:path w="7201" h="6211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549;p23"/>
            <p:cNvSpPr/>
            <p:nvPr/>
          </p:nvSpPr>
          <p:spPr>
            <a:xfrm>
              <a:off x="8843400" y="-542520"/>
              <a:ext cx="135360" cy="7956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2731" h="1607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550;p23"/>
            <p:cNvSpPr/>
            <p:nvPr/>
          </p:nvSpPr>
          <p:spPr>
            <a:xfrm>
              <a:off x="9017640" y="-515880"/>
              <a:ext cx="7560" cy="15156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51560"/>
                <a:gd name="textAreaBottom" fmla="*/ 151920 h 151560"/>
              </a:gdLst>
              <a:ahLst/>
              <a:cxnLst/>
              <a:rect l="textAreaLeft" t="textAreaTop" r="textAreaRight" b="textAreaBottom"/>
              <a:pathLst>
                <a:path w="162" h="3052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960" bIns="75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551;p23"/>
            <p:cNvSpPr/>
            <p:nvPr/>
          </p:nvSpPr>
          <p:spPr>
            <a:xfrm>
              <a:off x="7371000" y="40680"/>
              <a:ext cx="2520" cy="504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55" h="108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" bIns="2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552;p23"/>
            <p:cNvSpPr/>
            <p:nvPr/>
          </p:nvSpPr>
          <p:spPr>
            <a:xfrm>
              <a:off x="7545600" y="-25776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54" h="55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553;p23"/>
            <p:cNvSpPr/>
            <p:nvPr/>
          </p:nvSpPr>
          <p:spPr>
            <a:xfrm>
              <a:off x="7445520" y="-116640"/>
              <a:ext cx="102240" cy="637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062" h="1286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554;p23"/>
            <p:cNvSpPr/>
            <p:nvPr/>
          </p:nvSpPr>
          <p:spPr>
            <a:xfrm>
              <a:off x="7664040" y="-362880"/>
              <a:ext cx="356400" cy="4082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555;p23"/>
            <p:cNvSpPr/>
            <p:nvPr/>
          </p:nvSpPr>
          <p:spPr>
            <a:xfrm>
              <a:off x="8136720" y="-36288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556;p23"/>
            <p:cNvSpPr/>
            <p:nvPr/>
          </p:nvSpPr>
          <p:spPr>
            <a:xfrm>
              <a:off x="8610480" y="-36288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557;p23"/>
            <p:cNvSpPr/>
            <p:nvPr/>
          </p:nvSpPr>
          <p:spPr>
            <a:xfrm>
              <a:off x="9083160" y="-322920"/>
              <a:ext cx="356400" cy="36720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67200"/>
                <a:gd name="textAreaBottom" fmla="*/ 367560 h 367200"/>
              </a:gdLst>
              <a:ahLst/>
              <a:cxnLst/>
              <a:rect l="textAreaLeft" t="textAreaTop" r="textAreaRight" b="textAreaBottom"/>
              <a:pathLst>
                <a:path w="7174" h="7388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558;p23"/>
            <p:cNvSpPr/>
            <p:nvPr/>
          </p:nvSpPr>
          <p:spPr>
            <a:xfrm>
              <a:off x="7424280" y="5652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559;p23"/>
            <p:cNvSpPr/>
            <p:nvPr/>
          </p:nvSpPr>
          <p:spPr>
            <a:xfrm>
              <a:off x="7896960" y="5652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560;p23"/>
            <p:cNvSpPr/>
            <p:nvPr/>
          </p:nvSpPr>
          <p:spPr>
            <a:xfrm>
              <a:off x="8369640" y="5652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561;p23"/>
            <p:cNvSpPr/>
            <p:nvPr/>
          </p:nvSpPr>
          <p:spPr>
            <a:xfrm>
              <a:off x="8843400" y="55080"/>
              <a:ext cx="356400" cy="4082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562;p23"/>
            <p:cNvSpPr/>
            <p:nvPr/>
          </p:nvSpPr>
          <p:spPr>
            <a:xfrm>
              <a:off x="9316080" y="55080"/>
              <a:ext cx="239400" cy="408240"/>
            </a:xfrm>
            <a:custGeom>
              <a:avLst/>
              <a:gdLst>
                <a:gd name="textAreaLeft" fmla="*/ 0 w 239400"/>
                <a:gd name="textAreaRight" fmla="*/ 239760 w 2394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4819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563;p23"/>
            <p:cNvSpPr/>
            <p:nvPr/>
          </p:nvSpPr>
          <p:spPr>
            <a:xfrm>
              <a:off x="7305840" y="451800"/>
              <a:ext cx="241920" cy="407160"/>
            </a:xfrm>
            <a:custGeom>
              <a:avLst/>
              <a:gdLst>
                <a:gd name="textAreaLeft" fmla="*/ 0 w 241920"/>
                <a:gd name="textAreaRight" fmla="*/ 242280 w 24192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4872" h="8191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564;p23"/>
            <p:cNvSpPr/>
            <p:nvPr/>
          </p:nvSpPr>
          <p:spPr>
            <a:xfrm>
              <a:off x="7664040" y="45180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565;p23"/>
            <p:cNvSpPr/>
            <p:nvPr/>
          </p:nvSpPr>
          <p:spPr>
            <a:xfrm>
              <a:off x="8136720" y="45180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566;p23"/>
            <p:cNvSpPr/>
            <p:nvPr/>
          </p:nvSpPr>
          <p:spPr>
            <a:xfrm>
              <a:off x="8610480" y="45180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567;p23"/>
            <p:cNvSpPr/>
            <p:nvPr/>
          </p:nvSpPr>
          <p:spPr>
            <a:xfrm>
              <a:off x="9083160" y="45180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568;p23"/>
            <p:cNvSpPr/>
            <p:nvPr/>
          </p:nvSpPr>
          <p:spPr>
            <a:xfrm>
              <a:off x="7424280" y="875160"/>
              <a:ext cx="356400" cy="3632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63240"/>
                <a:gd name="textAreaBottom" fmla="*/ 363600 h 363240"/>
              </a:gdLst>
              <a:ahLst/>
              <a:cxnLst/>
              <a:rect l="textAreaLeft" t="textAreaTop" r="textAreaRight" b="textAreaBottom"/>
              <a:pathLst>
                <a:path w="7174" h="730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569;p23"/>
            <p:cNvSpPr/>
            <p:nvPr/>
          </p:nvSpPr>
          <p:spPr>
            <a:xfrm>
              <a:off x="7896960" y="87516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570;p23"/>
            <p:cNvSpPr/>
            <p:nvPr/>
          </p:nvSpPr>
          <p:spPr>
            <a:xfrm>
              <a:off x="8369640" y="87516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571;p23"/>
            <p:cNvSpPr/>
            <p:nvPr/>
          </p:nvSpPr>
          <p:spPr>
            <a:xfrm>
              <a:off x="8843400" y="87516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572;p23"/>
            <p:cNvSpPr/>
            <p:nvPr/>
          </p:nvSpPr>
          <p:spPr>
            <a:xfrm>
              <a:off x="9316080" y="973800"/>
              <a:ext cx="96840" cy="60840"/>
            </a:xfrm>
            <a:custGeom>
              <a:avLst/>
              <a:gdLst>
                <a:gd name="textAreaLeft" fmla="*/ 0 w 96840"/>
                <a:gd name="textAreaRight" fmla="*/ 97200 w 9684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1955" h="1232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573;p23"/>
            <p:cNvSpPr/>
            <p:nvPr/>
          </p:nvSpPr>
          <p:spPr>
            <a:xfrm>
              <a:off x="7878240" y="1369080"/>
              <a:ext cx="142200" cy="84960"/>
            </a:xfrm>
            <a:custGeom>
              <a:avLst/>
              <a:gdLst>
                <a:gd name="textAreaLeft" fmla="*/ 0 w 142200"/>
                <a:gd name="textAreaRight" fmla="*/ 142560 w 14220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2865" h="1714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480" bIns="42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574;p23"/>
            <p:cNvSpPr/>
            <p:nvPr/>
          </p:nvSpPr>
          <p:spPr>
            <a:xfrm>
              <a:off x="7838280" y="1270440"/>
              <a:ext cx="7560" cy="16092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60920"/>
                <a:gd name="textAreaBottom" fmla="*/ 161280 h 160920"/>
              </a:gdLst>
              <a:ahLst/>
              <a:cxnLst/>
              <a:rect l="textAreaLeft" t="textAreaTop" r="textAreaRight" b="textAreaBottom"/>
              <a:pathLst>
                <a:path w="162" h="324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640" bIns="80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575;p23"/>
            <p:cNvSpPr/>
            <p:nvPr/>
          </p:nvSpPr>
          <p:spPr>
            <a:xfrm>
              <a:off x="8136720" y="1270440"/>
              <a:ext cx="357840" cy="31644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316440"/>
                <a:gd name="textAreaBottom" fmla="*/ 316800 h 316440"/>
              </a:gdLst>
              <a:ahLst/>
              <a:cxnLst/>
              <a:rect l="textAreaLeft" t="textAreaTop" r="textAreaRight" b="textAreaBottom"/>
              <a:pathLst>
                <a:path w="7201" h="6371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576;p23"/>
            <p:cNvSpPr/>
            <p:nvPr/>
          </p:nvSpPr>
          <p:spPr>
            <a:xfrm>
              <a:off x="8610480" y="1270440"/>
              <a:ext cx="356400" cy="30708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07080"/>
                <a:gd name="textAreaBottom" fmla="*/ 307440 h 307080"/>
              </a:gdLst>
              <a:ahLst/>
              <a:cxnLst/>
              <a:rect l="textAreaLeft" t="textAreaTop" r="textAreaRight" b="textAreaBottom"/>
              <a:pathLst>
                <a:path w="7174" h="6184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577;p23"/>
            <p:cNvSpPr/>
            <p:nvPr/>
          </p:nvSpPr>
          <p:spPr>
            <a:xfrm>
              <a:off x="9083160" y="1369080"/>
              <a:ext cx="15480" cy="1152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322" h="242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510;p62"/>
          <p:cNvSpPr/>
          <p:nvPr/>
        </p:nvSpPr>
        <p:spPr>
          <a:xfrm rot="5716200" flipH="1">
            <a:off x="3128400" y="-16560"/>
            <a:ext cx="3009240" cy="5911200"/>
          </a:xfrm>
          <a:custGeom>
            <a:avLst/>
            <a:gdLst>
              <a:gd name="textAreaLeft" fmla="*/ -360 w 3009240"/>
              <a:gd name="textAreaRight" fmla="*/ 3009240 w 3009240"/>
              <a:gd name="textAreaTop" fmla="*/ 0 h 5911200"/>
              <a:gd name="textAreaBottom" fmla="*/ 5911560 h 5911200"/>
            </a:gdLst>
            <a:ahLst/>
            <a:cxnLst/>
            <a:rect l="textAreaLeft" t="textAreaTop" r="textAreaRight" b="textAreaBottom"/>
            <a:pathLst>
              <a:path w="72386" h="83294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9" name="Google Shape;1511;p62"/>
          <p:cNvSpPr/>
          <p:nvPr/>
        </p:nvSpPr>
        <p:spPr>
          <a:xfrm rot="20191200">
            <a:off x="7059240" y="-1531440"/>
            <a:ext cx="3561120" cy="4437360"/>
          </a:xfrm>
          <a:custGeom>
            <a:avLst/>
            <a:gdLst>
              <a:gd name="textAreaLeft" fmla="*/ 0 w 3561120"/>
              <a:gd name="textAreaRight" fmla="*/ 3561480 w 3561120"/>
              <a:gd name="textAreaTop" fmla="*/ 0 h 4437360"/>
              <a:gd name="textAreaBottom" fmla="*/ 4437720 h 4437360"/>
            </a:gdLst>
            <a:ahLst/>
            <a:cxnLst/>
            <a:rect l="textAreaLeft" t="textAreaTop" r="textAreaRight" b="textAreaBottom"/>
            <a:pathLst>
              <a:path w="15146" h="21250">
                <a:moveTo>
                  <a:pt x="2903" y="12143"/>
                </a:moveTo>
                <a:cubicBezTo>
                  <a:pt x="1936" y="10308"/>
                  <a:pt x="234" y="9174"/>
                  <a:pt x="201" y="6972"/>
                </a:cubicBezTo>
                <a:cubicBezTo>
                  <a:pt x="1" y="1"/>
                  <a:pt x="7773" y="1769"/>
                  <a:pt x="11209" y="4637"/>
                </a:cubicBezTo>
                <a:cubicBezTo>
                  <a:pt x="13877" y="6839"/>
                  <a:pt x="15145" y="10208"/>
                  <a:pt x="14178" y="13544"/>
                </a:cubicBezTo>
                <a:cubicBezTo>
                  <a:pt x="13310" y="16379"/>
                  <a:pt x="10141" y="21249"/>
                  <a:pt x="6472" y="20349"/>
                </a:cubicBezTo>
                <a:cubicBezTo>
                  <a:pt x="3203" y="19581"/>
                  <a:pt x="4070" y="14811"/>
                  <a:pt x="3070" y="12476"/>
                </a:cubicBezTo>
                <a:cubicBezTo>
                  <a:pt x="3036" y="12343"/>
                  <a:pt x="2970" y="12243"/>
                  <a:pt x="2903" y="1214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0" name="Google Shape;1512;p62"/>
          <p:cNvSpPr/>
          <p:nvPr/>
        </p:nvSpPr>
        <p:spPr>
          <a:xfrm rot="10800000">
            <a:off x="797760" y="2886480"/>
            <a:ext cx="1774440" cy="177444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1" name="Google Shape;1513;p62"/>
          <p:cNvGrpSpPr/>
          <p:nvPr/>
        </p:nvGrpSpPr>
        <p:grpSpPr>
          <a:xfrm>
            <a:off x="162720" y="2264760"/>
            <a:ext cx="1696320" cy="1688400"/>
            <a:chOff x="162720" y="2264760"/>
            <a:chExt cx="1696320" cy="1688400"/>
          </a:xfrm>
        </p:grpSpPr>
        <p:sp>
          <p:nvSpPr>
            <p:cNvPr id="132" name="Google Shape;1514;p62"/>
            <p:cNvSpPr/>
            <p:nvPr/>
          </p:nvSpPr>
          <p:spPr>
            <a:xfrm rot="10800000">
              <a:off x="162720" y="2264760"/>
              <a:ext cx="1696320" cy="1688400"/>
            </a:xfrm>
            <a:custGeom>
              <a:avLst/>
              <a:gdLst>
                <a:gd name="textAreaLeft" fmla="*/ 0 w 1696320"/>
                <a:gd name="textAreaRight" fmla="*/ 1696680 w 1696320"/>
                <a:gd name="textAreaTop" fmla="*/ 0 h 1688400"/>
                <a:gd name="textAreaBottom" fmla="*/ 1688760 h 1688400"/>
              </a:gdLst>
              <a:ahLst/>
              <a:cxnLst/>
              <a:rect l="textAreaLeft" t="textAreaTop" r="textAreaRight" b="textAreaBottom"/>
              <a:pathLst>
                <a:path w="45663" h="45449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1515;p62"/>
            <p:cNvSpPr/>
            <p:nvPr/>
          </p:nvSpPr>
          <p:spPr>
            <a:xfrm rot="10800000">
              <a:off x="1496160" y="3796560"/>
              <a:ext cx="8640" cy="648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w="242" h="188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1516;p62"/>
            <p:cNvSpPr/>
            <p:nvPr/>
          </p:nvSpPr>
          <p:spPr>
            <a:xfrm rot="10800000">
              <a:off x="1143360" y="3722760"/>
              <a:ext cx="266040" cy="22428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224280"/>
                <a:gd name="textAreaBottom" fmla="*/ 224640 h 224280"/>
              </a:gdLst>
              <a:ahLst/>
              <a:cxnLst/>
              <a:rect l="textAreaLeft" t="textAreaTop" r="textAreaRight" b="textAreaBottom"/>
              <a:pathLst>
                <a:path w="7174" h="605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1517;p62"/>
            <p:cNvSpPr/>
            <p:nvPr/>
          </p:nvSpPr>
          <p:spPr>
            <a:xfrm rot="10800000">
              <a:off x="789120" y="3722760"/>
              <a:ext cx="267120" cy="23040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7201" h="6211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1518;p62"/>
            <p:cNvSpPr/>
            <p:nvPr/>
          </p:nvSpPr>
          <p:spPr>
            <a:xfrm rot="10800000">
              <a:off x="601200" y="3796200"/>
              <a:ext cx="101160" cy="5940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59400"/>
                <a:gd name="textAreaBottom" fmla="*/ 59760 h 59400"/>
              </a:gdLst>
              <a:ahLst/>
              <a:cxnLst/>
              <a:rect l="textAreaLeft" t="textAreaTop" r="textAreaRight" b="textAreaBottom"/>
              <a:pathLst>
                <a:path w="2731" h="1607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880" bIns="29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1519;p62"/>
            <p:cNvSpPr/>
            <p:nvPr/>
          </p:nvSpPr>
          <p:spPr>
            <a:xfrm rot="10800000">
              <a:off x="566280" y="3722760"/>
              <a:ext cx="5760" cy="11304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162" h="3052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1520;p62"/>
            <p:cNvSpPr/>
            <p:nvPr/>
          </p:nvSpPr>
          <p:spPr>
            <a:xfrm rot="10800000">
              <a:off x="1800360" y="3416400"/>
              <a:ext cx="1800" cy="36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55" h="108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1521;p62"/>
            <p:cNvSpPr/>
            <p:nvPr/>
          </p:nvSpPr>
          <p:spPr>
            <a:xfrm rot="10800000">
              <a:off x="1670040" y="3641040"/>
              <a:ext cx="1800" cy="18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4" h="55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1522;p62"/>
            <p:cNvSpPr/>
            <p:nvPr/>
          </p:nvSpPr>
          <p:spPr>
            <a:xfrm rot="10800000">
              <a:off x="1670400" y="3489840"/>
              <a:ext cx="76320" cy="47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2062" h="1286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1523;p62"/>
            <p:cNvSpPr/>
            <p:nvPr/>
          </p:nvSpPr>
          <p:spPr>
            <a:xfrm rot="10800000">
              <a:off x="1317600" y="3416400"/>
              <a:ext cx="266040" cy="3049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4920"/>
                <a:gd name="textAreaBottom" fmla="*/ 305280 h 30492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1524;p62"/>
            <p:cNvSpPr/>
            <p:nvPr/>
          </p:nvSpPr>
          <p:spPr>
            <a:xfrm rot="10800000">
              <a:off x="963360" y="341748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1525;p62"/>
            <p:cNvSpPr/>
            <p:nvPr/>
          </p:nvSpPr>
          <p:spPr>
            <a:xfrm rot="10800000">
              <a:off x="610200" y="341748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1526;p62"/>
            <p:cNvSpPr/>
            <p:nvPr/>
          </p:nvSpPr>
          <p:spPr>
            <a:xfrm rot="10800000">
              <a:off x="257400" y="3417120"/>
              <a:ext cx="266040" cy="2743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274320"/>
                <a:gd name="textAreaBottom" fmla="*/ 274680 h 274320"/>
              </a:gdLst>
              <a:ahLst/>
              <a:cxnLst/>
              <a:rect l="textAreaLeft" t="textAreaTop" r="textAreaRight" b="textAreaBottom"/>
              <a:pathLst>
                <a:path w="7174" h="7388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1527;p62"/>
            <p:cNvSpPr/>
            <p:nvPr/>
          </p:nvSpPr>
          <p:spPr>
            <a:xfrm rot="10800000">
              <a:off x="1849680" y="3177720"/>
              <a:ext cx="6480" cy="864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88" h="242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1528;p62"/>
            <p:cNvSpPr/>
            <p:nvPr/>
          </p:nvSpPr>
          <p:spPr>
            <a:xfrm rot="10800000">
              <a:off x="1496520" y="310428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1529;p62"/>
            <p:cNvSpPr/>
            <p:nvPr/>
          </p:nvSpPr>
          <p:spPr>
            <a:xfrm rot="10800000">
              <a:off x="1143360" y="310428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1530;p62"/>
            <p:cNvSpPr/>
            <p:nvPr/>
          </p:nvSpPr>
          <p:spPr>
            <a:xfrm rot="10800000">
              <a:off x="789120" y="310428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1531;p62"/>
            <p:cNvSpPr/>
            <p:nvPr/>
          </p:nvSpPr>
          <p:spPr>
            <a:xfrm rot="10800000">
              <a:off x="436320" y="3104280"/>
              <a:ext cx="266040" cy="3049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4920"/>
                <a:gd name="textAreaBottom" fmla="*/ 305280 h 30492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1532;p62"/>
            <p:cNvSpPr/>
            <p:nvPr/>
          </p:nvSpPr>
          <p:spPr>
            <a:xfrm rot="10800000">
              <a:off x="170640" y="3104280"/>
              <a:ext cx="178560" cy="30492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0 h 304920"/>
                <a:gd name="textAreaBottom" fmla="*/ 305280 h 304920"/>
              </a:gdLst>
              <a:ahLst/>
              <a:cxnLst/>
              <a:rect l="textAreaLeft" t="textAreaTop" r="textAreaRight" b="textAreaBottom"/>
              <a:pathLst>
                <a:path w="4819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1533;p62"/>
            <p:cNvSpPr/>
            <p:nvPr/>
          </p:nvSpPr>
          <p:spPr>
            <a:xfrm rot="10800000">
              <a:off x="1670400" y="2809080"/>
              <a:ext cx="180720" cy="303840"/>
            </a:xfrm>
            <a:custGeom>
              <a:avLst/>
              <a:gdLst>
                <a:gd name="textAreaLeft" fmla="*/ 0 w 180720"/>
                <a:gd name="textAreaRight" fmla="*/ 181080 w 1807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4872" h="8191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1534;p62"/>
            <p:cNvSpPr/>
            <p:nvPr/>
          </p:nvSpPr>
          <p:spPr>
            <a:xfrm rot="10800000">
              <a:off x="1317600" y="280908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1535;p62"/>
            <p:cNvSpPr/>
            <p:nvPr/>
          </p:nvSpPr>
          <p:spPr>
            <a:xfrm rot="10800000">
              <a:off x="963360" y="280908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536;p62"/>
            <p:cNvSpPr/>
            <p:nvPr/>
          </p:nvSpPr>
          <p:spPr>
            <a:xfrm rot="10800000">
              <a:off x="610200" y="280908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537;p62"/>
            <p:cNvSpPr/>
            <p:nvPr/>
          </p:nvSpPr>
          <p:spPr>
            <a:xfrm rot="10800000">
              <a:off x="257400" y="280908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1538;p62"/>
            <p:cNvSpPr/>
            <p:nvPr/>
          </p:nvSpPr>
          <p:spPr>
            <a:xfrm rot="10800000">
              <a:off x="1496520" y="2525400"/>
              <a:ext cx="266040" cy="27108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271080"/>
                <a:gd name="textAreaBottom" fmla="*/ 271440 h 271080"/>
              </a:gdLst>
              <a:ahLst/>
              <a:cxnLst/>
              <a:rect l="textAreaLeft" t="textAreaTop" r="textAreaRight" b="textAreaBottom"/>
              <a:pathLst>
                <a:path w="7174" h="730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1539;p62"/>
            <p:cNvSpPr/>
            <p:nvPr/>
          </p:nvSpPr>
          <p:spPr>
            <a:xfrm rot="10800000">
              <a:off x="1143360" y="249264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1540;p62"/>
            <p:cNvSpPr/>
            <p:nvPr/>
          </p:nvSpPr>
          <p:spPr>
            <a:xfrm rot="10800000">
              <a:off x="789120" y="249264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1541;p62"/>
            <p:cNvSpPr/>
            <p:nvPr/>
          </p:nvSpPr>
          <p:spPr>
            <a:xfrm rot="10800000">
              <a:off x="436320" y="249264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1542;p62"/>
            <p:cNvSpPr/>
            <p:nvPr/>
          </p:nvSpPr>
          <p:spPr>
            <a:xfrm rot="10800000">
              <a:off x="276840" y="2677680"/>
              <a:ext cx="72360" cy="4536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45360"/>
                <a:gd name="textAreaBottom" fmla="*/ 45720 h 45360"/>
              </a:gdLst>
              <a:ahLst/>
              <a:cxnLst/>
              <a:rect l="textAreaLeft" t="textAreaTop" r="textAreaRight" b="textAreaBottom"/>
              <a:pathLst>
                <a:path w="1955" h="1232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1543;p62"/>
            <p:cNvSpPr/>
            <p:nvPr/>
          </p:nvSpPr>
          <p:spPr>
            <a:xfrm rot="10800000">
              <a:off x="1317240" y="2364120"/>
              <a:ext cx="106200" cy="633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2865" h="1714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1544;p62"/>
            <p:cNvSpPr/>
            <p:nvPr/>
          </p:nvSpPr>
          <p:spPr>
            <a:xfrm rot="10800000">
              <a:off x="1447560" y="2381400"/>
              <a:ext cx="5760" cy="11988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162" h="324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1545;p62"/>
            <p:cNvSpPr/>
            <p:nvPr/>
          </p:nvSpPr>
          <p:spPr>
            <a:xfrm rot="10800000">
              <a:off x="963360" y="2264760"/>
              <a:ext cx="267120" cy="23652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7201" h="6371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1546;p62"/>
            <p:cNvSpPr/>
            <p:nvPr/>
          </p:nvSpPr>
          <p:spPr>
            <a:xfrm rot="10800000">
              <a:off x="610200" y="2271960"/>
              <a:ext cx="266040" cy="2293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229320"/>
                <a:gd name="textAreaBottom" fmla="*/ 229680 h 229320"/>
              </a:gdLst>
              <a:ahLst/>
              <a:cxnLst/>
              <a:rect l="textAreaLeft" t="textAreaTop" r="textAreaRight" b="textAreaBottom"/>
              <a:pathLst>
                <a:path w="7174" h="6184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1547;p62"/>
            <p:cNvSpPr/>
            <p:nvPr/>
          </p:nvSpPr>
          <p:spPr>
            <a:xfrm rot="10800000">
              <a:off x="511920" y="2418840"/>
              <a:ext cx="11520" cy="864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322" h="242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6" name="Google Shape;1548;p62"/>
          <p:cNvSpPr/>
          <p:nvPr/>
        </p:nvSpPr>
        <p:spPr>
          <a:xfrm rot="8100000">
            <a:off x="371520" y="-1149840"/>
            <a:ext cx="1938600" cy="3305160"/>
          </a:xfrm>
          <a:custGeom>
            <a:avLst/>
            <a:gdLst>
              <a:gd name="textAreaLeft" fmla="*/ 0 w 1938600"/>
              <a:gd name="textAreaRight" fmla="*/ 1938960 w 1938600"/>
              <a:gd name="textAreaTop" fmla="*/ 0 h 3305160"/>
              <a:gd name="textAreaBottom" fmla="*/ 3305520 h 3305160"/>
            </a:gdLst>
            <a:ahLst/>
            <a:cxnLst/>
            <a:rect l="textAreaLeft" t="textAreaTop" r="textAreaRight" b="textAreaBottom"/>
            <a:pathLst>
              <a:path w="19210" h="32752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2333880" y="540000"/>
            <a:ext cx="4476240" cy="1065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8" name="Google Shape;1551;p62"/>
          <p:cNvSpPr/>
          <p:nvPr/>
        </p:nvSpPr>
        <p:spPr>
          <a:xfrm>
            <a:off x="2265840" y="3431520"/>
            <a:ext cx="461232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Manjari"/>
                <a:ea typeface="Manjari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accent2"/>
                </a:solidFill>
                <a:effectLst/>
                <a:uFillTx/>
                <a:latin typeface="Manjari"/>
                <a:ea typeface="Manjari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Manjari"/>
                <a:ea typeface="Manjari"/>
              </a:rPr>
              <a:t>, including icons, infographics &amp; images by </a:t>
            </a:r>
            <a:r>
              <a:rPr lang="en" sz="1200" b="1" u="sng" strike="noStrike">
                <a:solidFill>
                  <a:schemeClr val="accent2"/>
                </a:solidFill>
                <a:effectLst/>
                <a:uFillTx/>
                <a:latin typeface="Manjari"/>
                <a:ea typeface="Manjari"/>
                <a:hlinkClick r:id="rId3"/>
              </a:rPr>
              <a:t>Freepik</a:t>
            </a: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Manjari"/>
                <a:ea typeface="Manja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2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691;p27"/>
          <p:cNvSpPr/>
          <p:nvPr/>
        </p:nvSpPr>
        <p:spPr>
          <a:xfrm rot="672000">
            <a:off x="-3534120" y="414000"/>
            <a:ext cx="4680360" cy="4251600"/>
          </a:xfrm>
          <a:custGeom>
            <a:avLst/>
            <a:gdLst>
              <a:gd name="textAreaLeft" fmla="*/ 0 w 4680360"/>
              <a:gd name="textAreaRight" fmla="*/ 4680720 w 4680360"/>
              <a:gd name="textAreaTop" fmla="*/ 0 h 4251600"/>
              <a:gd name="textAreaBottom" fmla="*/ 4251960 h 4251600"/>
            </a:gdLst>
            <a:ahLst/>
            <a:cxnLst/>
            <a:rect l="textAreaLeft" t="textAreaTop" r="textAreaRight" b="textAreaBottom"/>
            <a:pathLst>
              <a:path w="65181" h="5921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Google Shape;692;p27"/>
          <p:cNvSpPr/>
          <p:nvPr/>
        </p:nvSpPr>
        <p:spPr>
          <a:xfrm>
            <a:off x="8264520" y="465480"/>
            <a:ext cx="1459800" cy="1906560"/>
          </a:xfrm>
          <a:custGeom>
            <a:avLst/>
            <a:gdLst>
              <a:gd name="textAreaLeft" fmla="*/ 0 w 1459800"/>
              <a:gd name="textAreaRight" fmla="*/ 1460160 w 1459800"/>
              <a:gd name="textAreaTop" fmla="*/ 0 h 1906560"/>
              <a:gd name="textAreaBottom" fmla="*/ 1906920 h 1906560"/>
            </a:gdLst>
            <a:ahLst/>
            <a:cxnLst/>
            <a:rect l="textAreaLeft" t="textAreaTop" r="textAreaRight" b="textAreaBottom"/>
            <a:pathLst>
              <a:path w="17277" h="22564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13160" y="523080"/>
            <a:ext cx="7717320" cy="54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92;p4"/>
          <p:cNvSpPr/>
          <p:nvPr/>
        </p:nvSpPr>
        <p:spPr>
          <a:xfrm rot="19837800" flipH="1">
            <a:off x="-645480" y="2383560"/>
            <a:ext cx="2540160" cy="3781080"/>
          </a:xfrm>
          <a:custGeom>
            <a:avLst/>
            <a:gdLst>
              <a:gd name="textAreaLeft" fmla="*/ 360 w 2540160"/>
              <a:gd name="textAreaRight" fmla="*/ 2540880 w 2540160"/>
              <a:gd name="textAreaTop" fmla="*/ 0 h 3781080"/>
              <a:gd name="textAreaBottom" fmla="*/ 3781440 h 3781080"/>
            </a:gdLst>
            <a:ahLst/>
            <a:cxnLst/>
            <a:rect l="textAreaLeft" t="textAreaTop" r="textAreaRight" b="textAreaBottom"/>
            <a:pathLst>
              <a:path w="142469" h="136664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5" name="Google Shape;93;p4"/>
          <p:cNvSpPr/>
          <p:nvPr/>
        </p:nvSpPr>
        <p:spPr>
          <a:xfrm>
            <a:off x="8139600" y="1901520"/>
            <a:ext cx="1844280" cy="1626840"/>
          </a:xfrm>
          <a:custGeom>
            <a:avLst/>
            <a:gdLst>
              <a:gd name="textAreaLeft" fmla="*/ 0 w 1844280"/>
              <a:gd name="textAreaRight" fmla="*/ 1844640 w 1844280"/>
              <a:gd name="textAreaTop" fmla="*/ 0 h 1626840"/>
              <a:gd name="textAreaBottom" fmla="*/ 1627200 h 1626840"/>
            </a:gdLst>
            <a:ahLst/>
            <a:cxnLst/>
            <a:rect l="textAreaLeft" t="textAreaTop" r="textAreaRight" b="textAreaBottom"/>
            <a:pathLst>
              <a:path w="13679" h="12066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body"/>
          </p:nvPr>
        </p:nvSpPr>
        <p:spPr>
          <a:xfrm>
            <a:off x="713160" y="1152360"/>
            <a:ext cx="77173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7" name="PlaceHolder 2"/>
          <p:cNvSpPr>
            <a:spLocks noGrp="1"/>
          </p:cNvSpPr>
          <p:nvPr>
            <p:ph type="title"/>
          </p:nvPr>
        </p:nvSpPr>
        <p:spPr>
          <a:xfrm>
            <a:off x="713160" y="523080"/>
            <a:ext cx="7717320" cy="54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68"/>
          <p:cNvSpPr/>
          <p:nvPr/>
        </p:nvSpPr>
        <p:spPr>
          <a:xfrm>
            <a:off x="1131461" y="992720"/>
            <a:ext cx="658152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0" b="1" u="none" strike="noStrike" dirty="0">
                <a:solidFill>
                  <a:srgbClr val="40474B"/>
                </a:solidFill>
                <a:effectLst/>
                <a:uFillTx/>
                <a:latin typeface="Hammersmith One"/>
              </a:rPr>
              <a:t>DSP Addressing</a:t>
            </a:r>
            <a:endParaRPr lang="en-US" sz="5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6895069" y="3483514"/>
            <a:ext cx="1763203" cy="7981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40474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Done by,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4047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Dhinakaran S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6AC567-D712-F109-EBA2-0A2D705B8321}"/>
              </a:ext>
            </a:extLst>
          </p:cNvPr>
          <p:cNvSpPr/>
          <p:nvPr/>
        </p:nvSpPr>
        <p:spPr>
          <a:xfrm>
            <a:off x="1131461" y="1899791"/>
            <a:ext cx="658152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40474B"/>
                </a:solidFill>
                <a:effectLst/>
                <a:uFillTx/>
                <a:latin typeface="Manjari"/>
              </a:rPr>
              <a:t>How direct, indirect, and circular modes speed memory access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/>
          <p:cNvSpPr/>
          <p:nvPr/>
        </p:nvSpPr>
        <p:spPr>
          <a:xfrm>
            <a:off x="714240" y="523800"/>
            <a:ext cx="771480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Addressing Modes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1035516" y="1142455"/>
            <a:ext cx="6811025" cy="152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algn="just"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40474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Direct addressing embeds the full address or offset in the instruction (example: load R1, [0x2000]), ideal for constants or fixed lookup tables. Indirect addressing uses a register as a pointer, optionally with auto-increment/decrement (</a:t>
            </a:r>
            <a:r>
              <a:rPr lang="en-IN" sz="13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is accessed via a address register pointer (e.g., LOAD R0, (AR0).</a:t>
            </a:r>
            <a:r>
              <a:rPr lang="en-US" sz="1600" b="0" u="none" strike="noStrike" dirty="0">
                <a:solidFill>
                  <a:srgbClr val="40474B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useful for traversing arrays without changing explicit operands. Circular addressing uses hardware-managed wrap(</a:t>
            </a:r>
            <a:r>
              <a:rPr lang="en-IN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wraps around automatically when reaching a set boundary ().</a:t>
            </a:r>
          </a:p>
          <a:p>
            <a:pPr algn="just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72"/>
          <p:cNvSpPr/>
          <p:nvPr/>
        </p:nvSpPr>
        <p:spPr>
          <a:xfrm>
            <a:off x="286657" y="392507"/>
            <a:ext cx="6000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 dirty="0">
                <a:solidFill>
                  <a:srgbClr val="40474B"/>
                </a:solidFill>
                <a:effectLst/>
                <a:uFillTx/>
                <a:latin typeface="Hammersmith One"/>
              </a:rPr>
              <a:t>Reduce Access Overhead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1490079" y="1200330"/>
            <a:ext cx="600048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40474B"/>
                </a:solidFill>
                <a:effectLst/>
                <a:uFillTx/>
                <a:latin typeface="Manjari"/>
              </a:rPr>
              <a:t>Memory-access overheads shrink with addressing modes in tight DSP loops. A 64-tap FIR using explicit index arithmetic needs index update plus modulus per tap, adding two instructions per tap and boosting cycles by ~30–50% versus pointer-based access. Copying audio samples with indirect auto-increment avoids repeating load-immediate or add per sample, saving 1–2 cycles on many DSPs. Across millions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: Rounded Corners 174"/>
          <p:cNvSpPr/>
          <p:nvPr/>
        </p:nvSpPr>
        <p:spPr>
          <a:xfrm>
            <a:off x="47628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Rectangle: Rounded Corners 175"/>
          <p:cNvSpPr/>
          <p:nvPr/>
        </p:nvSpPr>
        <p:spPr>
          <a:xfrm>
            <a:off x="252396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7" name="Rectangle: Rounded Corners 176"/>
          <p:cNvSpPr/>
          <p:nvPr/>
        </p:nvSpPr>
        <p:spPr>
          <a:xfrm>
            <a:off x="457200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8" name="Rectangle: Rounded Corners 177"/>
          <p:cNvSpPr/>
          <p:nvPr/>
        </p:nvSpPr>
        <p:spPr>
          <a:xfrm>
            <a:off x="662004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Indirect Addressing Pattern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47628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666720" y="2133720"/>
            <a:ext cx="153324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ammersmith One"/>
              </a:rPr>
              <a:t>Base Load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666720" y="2666880"/>
            <a:ext cx="153324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Manjari"/>
              </a:rPr>
              <a:t>Load the base address into Rptr to point at sample[0].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252396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2714760" y="2133720"/>
            <a:ext cx="166680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Hammersmith One"/>
              </a:rPr>
              <a:t>Auto-Increment Load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2714760" y="2666880"/>
            <a:ext cx="153324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Manjari"/>
              </a:rPr>
              <a:t>Fetch each sample with auto-increment, e.g., LOAD Racc, [Rptr++].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457200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4762440" y="2133720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Hammersmith One"/>
              </a:rPr>
              <a:t>Loop Counter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4762440" y="2666880"/>
            <a:ext cx="153324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Manjari"/>
              </a:rPr>
              <a:t>Keep a separate loop counter and branch on it to bound the loop.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662004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6810480" y="2059579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Hammersmith One"/>
              </a:rPr>
              <a:t>Stride Handling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1" name="Rectangle 190"/>
          <p:cNvSpPr/>
          <p:nvPr/>
        </p:nvSpPr>
        <p:spPr>
          <a:xfrm>
            <a:off x="6810480" y="2666880"/>
            <a:ext cx="153324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Manjari"/>
              </a:rPr>
              <a:t>For strided access, add a fixed stride to Rptr every N iterations or use a scaled index.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: Rounded Corners 195"/>
          <p:cNvSpPr/>
          <p:nvPr/>
        </p:nvSpPr>
        <p:spPr>
          <a:xfrm>
            <a:off x="4952880" y="343080"/>
            <a:ext cx="3714480" cy="129492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7" name="Rectangle: Rounded Corners 196"/>
          <p:cNvSpPr/>
          <p:nvPr/>
        </p:nvSpPr>
        <p:spPr>
          <a:xfrm>
            <a:off x="4952880" y="1847880"/>
            <a:ext cx="3714480" cy="129492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8" name="Rectangle: Rounded Corners 197"/>
          <p:cNvSpPr/>
          <p:nvPr/>
        </p:nvSpPr>
        <p:spPr>
          <a:xfrm>
            <a:off x="4952880" y="3352680"/>
            <a:ext cx="3714480" cy="129492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476280" y="3808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Addressing Gains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0" name="Rectangle 199"/>
          <p:cNvSpPr/>
          <p:nvPr/>
        </p:nvSpPr>
        <p:spPr>
          <a:xfrm>
            <a:off x="476280" y="3429000"/>
            <a:ext cx="3619080" cy="7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Indirect and circular addressing cut cycles and code size, boosting DSP kernel throughput.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5219640" y="38088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2048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5219640" y="99072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Manjari"/>
              </a:rPr>
              <a:t>cycles saved over a 1024-sample block (2 cycles per access) with auto-increment load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5219640" y="188604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0.023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5219640" y="2495520"/>
            <a:ext cx="318096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Manjari"/>
              </a:rPr>
              <a:t>cycles per sample saved via circular mode (3-cycle modulus every 128 samples)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5" name="Rectangle 204"/>
          <p:cNvSpPr/>
          <p:nvPr/>
        </p:nvSpPr>
        <p:spPr>
          <a:xfrm>
            <a:off x="5219640" y="339084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30%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6" name="Rectangle 205"/>
          <p:cNvSpPr/>
          <p:nvPr/>
        </p:nvSpPr>
        <p:spPr>
          <a:xfrm>
            <a:off x="5219640" y="400068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Manjari"/>
              </a:rPr>
              <a:t>average code-size reduction from removing explicit index maintenance (20–40% range)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5031C0-9B8A-1E8B-48FE-B1A89BF266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836"/>
          <a:stretch>
            <a:fillRect/>
          </a:stretch>
        </p:blipFill>
        <p:spPr>
          <a:xfrm>
            <a:off x="498173" y="830904"/>
            <a:ext cx="3426188" cy="2559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: Rounded Corners 206"/>
          <p:cNvSpPr/>
          <p:nvPr/>
        </p:nvSpPr>
        <p:spPr>
          <a:xfrm>
            <a:off x="200016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8" name="Rectangle: Rounded Corners 207"/>
          <p:cNvSpPr/>
          <p:nvPr/>
        </p:nvSpPr>
        <p:spPr>
          <a:xfrm>
            <a:off x="363852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9" name="Rectangle: Rounded Corners 208"/>
          <p:cNvSpPr/>
          <p:nvPr/>
        </p:nvSpPr>
        <p:spPr>
          <a:xfrm>
            <a:off x="52768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0" name="Rectangle: Rounded Corners 209"/>
          <p:cNvSpPr/>
          <p:nvPr/>
        </p:nvSpPr>
        <p:spPr>
          <a:xfrm>
            <a:off x="691524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" name="Rectangle: Rounded Corners 210"/>
          <p:cNvSpPr/>
          <p:nvPr/>
        </p:nvSpPr>
        <p:spPr>
          <a:xfrm>
            <a:off x="476280" y="200016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2" name="Rectangle: Rounded Corners 211"/>
          <p:cNvSpPr/>
          <p:nvPr/>
        </p:nvSpPr>
        <p:spPr>
          <a:xfrm>
            <a:off x="12384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3" name="Rectangle: Rounded Corners 212"/>
          <p:cNvSpPr/>
          <p:nvPr/>
        </p:nvSpPr>
        <p:spPr>
          <a:xfrm>
            <a:off x="2114640" y="200016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4" name="Rectangle: Rounded Corners 213"/>
          <p:cNvSpPr/>
          <p:nvPr/>
        </p:nvSpPr>
        <p:spPr>
          <a:xfrm>
            <a:off x="28764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5" name="Rectangle: Rounded Corners 214"/>
          <p:cNvSpPr/>
          <p:nvPr/>
        </p:nvSpPr>
        <p:spPr>
          <a:xfrm>
            <a:off x="3753000" y="200016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6" name="Rectangle: Rounded Corners 215"/>
          <p:cNvSpPr/>
          <p:nvPr/>
        </p:nvSpPr>
        <p:spPr>
          <a:xfrm>
            <a:off x="451476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7" name="Rectangle: Rounded Corners 216"/>
          <p:cNvSpPr/>
          <p:nvPr/>
        </p:nvSpPr>
        <p:spPr>
          <a:xfrm>
            <a:off x="5391000" y="200016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8" name="Rectangle: Rounded Corners 217"/>
          <p:cNvSpPr/>
          <p:nvPr/>
        </p:nvSpPr>
        <p:spPr>
          <a:xfrm>
            <a:off x="615312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9" name="Rectangle: Rounded Corners 218"/>
          <p:cNvSpPr/>
          <p:nvPr/>
        </p:nvSpPr>
        <p:spPr>
          <a:xfrm>
            <a:off x="7029360" y="200016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0" name="Rectangle: Rounded Corners 219"/>
          <p:cNvSpPr/>
          <p:nvPr/>
        </p:nvSpPr>
        <p:spPr>
          <a:xfrm>
            <a:off x="779148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" name="Rectangle 220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Circular Addressing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2" name="Rectangle 221"/>
          <p:cNvSpPr/>
          <p:nvPr/>
        </p:nvSpPr>
        <p:spPr>
          <a:xfrm>
            <a:off x="476280" y="1219320"/>
            <a:ext cx="15235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Allocate Buffer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3" name="Rectangle 222"/>
          <p:cNvSpPr/>
          <p:nvPr/>
        </p:nvSpPr>
        <p:spPr>
          <a:xfrm>
            <a:off x="476280" y="2619360"/>
            <a:ext cx="152352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Choose a power-of-two or configured-size buffer and align it in memory.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4" name="Rectangle 223"/>
          <p:cNvSpPr/>
          <p:nvPr/>
        </p:nvSpPr>
        <p:spPr>
          <a:xfrm>
            <a:off x="2114640" y="1219320"/>
            <a:ext cx="15235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Config CB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5" name="Rectangle 224"/>
          <p:cNvSpPr/>
          <p:nvPr/>
        </p:nvSpPr>
        <p:spPr>
          <a:xfrm>
            <a:off x="2114640" y="2619360"/>
            <a:ext cx="152352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Program the processor’s circular-buffer base and length (or a mask for power-of-two).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3753000" y="1219320"/>
            <a:ext cx="15235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Init Pointers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3753000" y="2619360"/>
            <a:ext cx="152352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Initialize read and write pointer registers.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8" name="Rectangle 227"/>
          <p:cNvSpPr/>
          <p:nvPr/>
        </p:nvSpPr>
        <p:spPr>
          <a:xfrm>
            <a:off x="5391000" y="1219320"/>
            <a:ext cx="15235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Circular Access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5391000" y="2619360"/>
            <a:ext cx="152352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Use loads/stores that reference the circular pointer; hardware increments and wraps automatically.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7029360" y="1219320"/>
            <a:ext cx="152352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Validate Metrics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7029360" y="2619360"/>
            <a:ext cx="1523520" cy="161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Measure cycles per sample in a tight loop; verify zero branch mispredictions at wrap and compare code size pre/post.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231"/>
          <p:cNvSpPr/>
          <p:nvPr/>
        </p:nvSpPr>
        <p:spPr>
          <a:xfrm>
            <a:off x="714240" y="523800"/>
            <a:ext cx="771480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Access Mode Wins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3" name="Rectangle 232"/>
          <p:cNvSpPr/>
          <p:nvPr/>
        </p:nvSpPr>
        <p:spPr>
          <a:xfrm>
            <a:off x="996222" y="1278379"/>
            <a:ext cx="7150836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40474B"/>
                </a:solidFill>
                <a:effectLst/>
                <a:uFillTx/>
                <a:latin typeface="Manjari"/>
              </a:rPr>
              <a:t>Direct addressing minimizes decoding and provides predictable access for fixed data locations. Indirect addressing enables pointer-driven access that lowers instruction counts for indexed streams. Circular addressing removes explicit modulus work, delivering low-overhead wraparound for ring buffers and higher throughput. Choosing the right mode for static lookups, indexed streams, or streaming</a:t>
            </a:r>
            <a:r>
              <a:rPr lang="en-US" sz="1600" dirty="0">
                <a:solidFill>
                  <a:srgbClr val="40474B"/>
                </a:solidFill>
                <a:latin typeface="Manjari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23CE3-0A0F-74FB-D4DA-CB818808242F}"/>
              </a:ext>
            </a:extLst>
          </p:cNvPr>
          <p:cNvSpPr txBox="1"/>
          <p:nvPr/>
        </p:nvSpPr>
        <p:spPr>
          <a:xfrm>
            <a:off x="2851197" y="1897916"/>
            <a:ext cx="4643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95097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Education Pack for Students XL by Slidesgo">
  <a:themeElements>
    <a:clrScheme name="Simple Light">
      <a:dk1>
        <a:srgbClr val="FFFFFF"/>
      </a:dk1>
      <a:lt1>
        <a:srgbClr val="EDECDF"/>
      </a:lt1>
      <a:dk2>
        <a:srgbClr val="C8A591"/>
      </a:dk2>
      <a:lt2>
        <a:srgbClr val="FFFFFF"/>
      </a:lt2>
      <a:accent1>
        <a:srgbClr val="A0A299"/>
      </a:accent1>
      <a:accent2>
        <a:srgbClr val="40474B"/>
      </a:accent2>
      <a:accent3>
        <a:srgbClr val="C8A591"/>
      </a:accent3>
      <a:accent4>
        <a:srgbClr val="EDECDF"/>
      </a:accent4>
      <a:accent5>
        <a:srgbClr val="A0A299"/>
      </a:accent5>
      <a:accent6>
        <a:srgbClr val="FFFFFF"/>
      </a:accent6>
      <a:hlink>
        <a:srgbClr val="40474B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legant Education Pack for Students XL by Slidesgo">
  <a:themeElements>
    <a:clrScheme name="Simple Light">
      <a:dk1>
        <a:srgbClr val="FFFFFF"/>
      </a:dk1>
      <a:lt1>
        <a:srgbClr val="EDECDF"/>
      </a:lt1>
      <a:dk2>
        <a:srgbClr val="C8A591"/>
      </a:dk2>
      <a:lt2>
        <a:srgbClr val="FFFFFF"/>
      </a:lt2>
      <a:accent1>
        <a:srgbClr val="A0A299"/>
      </a:accent1>
      <a:accent2>
        <a:srgbClr val="40474B"/>
      </a:accent2>
      <a:accent3>
        <a:srgbClr val="C8A591"/>
      </a:accent3>
      <a:accent4>
        <a:srgbClr val="EDECDF"/>
      </a:accent4>
      <a:accent5>
        <a:srgbClr val="A0A299"/>
      </a:accent5>
      <a:accent6>
        <a:srgbClr val="FFFFFF"/>
      </a:accent6>
      <a:hlink>
        <a:srgbClr val="40474B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462</Words>
  <Application>Microsoft Office PowerPoint</Application>
  <PresentationFormat>On-screen Show (16:9)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Hammersmith One</vt:lpstr>
      <vt:lpstr>Manjari</vt:lpstr>
      <vt:lpstr>OpenSymbol</vt:lpstr>
      <vt:lpstr>Symbol</vt:lpstr>
      <vt:lpstr>Times New Roman</vt:lpstr>
      <vt:lpstr>Wingdings</vt:lpstr>
      <vt:lpstr>Elegant Education Pack for Students XL by Slidesgo</vt:lpstr>
      <vt:lpstr>Elegant Education Pack for Students XL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Dhinakaran S</cp:lastModifiedBy>
  <cp:revision>2</cp:revision>
  <dcterms:modified xsi:type="dcterms:W3CDTF">2026-08-27T03:33:17Z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2026-08-25T08:03:36Z</dcterms:created>
  <dc:creator>Slidesgo AI</dc:creator>
  <dc:description/>
  <dc:language>en-US</dc:language>
  <cp:lastModifiedBy>Unknown Creator</cp:lastModifiedBy>
  <dcterms:modified xsi:type="dcterms:W3CDTF">2026-08-25T08:03:36Z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a295d9cb-600a-462d-b0f0-96d828b14498</vt:lpwstr>
  </property>
</Properties>
</file>